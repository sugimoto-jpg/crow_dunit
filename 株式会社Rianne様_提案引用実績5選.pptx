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346/"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284/"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278/"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201/"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414/"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営業支援ユニット・在宅チーム × 美容サロン・SNS集客</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株式会社Rianne様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01568"/>
            <a:ext cx="10241280" cy="1371600"/>
          </a:xfrm>
          <a:prstGeom prst="rect">
            <a:avLst/>
          </a:prstGeom>
          <a:noFill/>
          <a:ln/>
        </p:spPr>
        <p:txBody>
          <a:bodyPr wrap="square" rtlCol="0" anchor="ctr"/>
          <a:lstStyle/>
          <a:p>
            <a:pPr indent="0" marL="0">
              <a:lnSpc>
                <a:spcPct val="120000"/>
              </a:lnSpc>
              <a:buNone/>
            </a:pPr>
            <a:r>
              <a:rPr lang="en-US" sz="1100" dirty="0">
                <a:solidFill>
                  <a:srgbClr val="DDE8F6"/>
                </a:solidFill>
                <a:latin typeface="Meiryo" pitchFamily="34" charset="0"/>
                <a:ea typeface="Meiryo" pitchFamily="34" charset="-122"/>
                <a:cs typeface="Meiryo" pitchFamily="34" charset="-120"/>
              </a:rPr>
              <a:t>株式会社Rianne様（美容サロン、ライバー配信事務所／課題：Instagram等のSNS運用が手付かず、ホットペッパーや紹介頼みの集客／目標：年明けのサロン移転・スタッフ採用で2名体制へ拡大）と同業界・関連領域で、「Instagram・SNS運用の完全自動化／在宅チーム化」「ホットペッパー・紹介頼みからの脱却」「サロン移転・店舗拡大に向けた集客＆体制強化」を解決した実績を5件厳選しました（株式会社3様の同業事例を追加）。</a:t>
            </a:r>
            <a:endParaRPr lang="en-US" sz="1100" dirty="0"/>
          </a:p>
        </p:txBody>
      </p:sp>
      <p:sp>
        <p:nvSpPr>
          <p:cNvPr id="8" name="Shape 6"/>
          <p:cNvSpPr/>
          <p:nvPr/>
        </p:nvSpPr>
        <p:spPr>
          <a:xfrm>
            <a:off x="822960" y="5102352"/>
            <a:ext cx="10515600" cy="0"/>
          </a:xfrm>
          <a:prstGeom prst="line">
            <a:avLst/>
          </a:prstGeom>
          <a:noFill/>
          <a:ln w="12700">
            <a:solidFill>
              <a:srgbClr val="3A5A87"/>
            </a:solidFill>
            <a:prstDash val="solid"/>
          </a:ln>
        </p:spPr>
      </p:sp>
      <p:sp>
        <p:nvSpPr>
          <p:cNvPr id="9" name="Text 7"/>
          <p:cNvSpPr/>
          <p:nvPr/>
        </p:nvSpPr>
        <p:spPr>
          <a:xfrm>
            <a:off x="822960" y="5248656"/>
            <a:ext cx="10607040" cy="320040"/>
          </a:xfrm>
          <a:prstGeom prst="rect">
            <a:avLst/>
          </a:prstGeom>
          <a:noFill/>
          <a:ln/>
        </p:spPr>
        <p:txBody>
          <a:bodyPr wrap="square" rtlCol="0" anchor="ctr"/>
          <a:lstStyle/>
          <a:p>
            <a:pPr indent="0" marL="0">
              <a:buNone/>
            </a:pPr>
            <a:r>
              <a:rPr lang="en-US" sz="1000" b="1" dirty="0">
                <a:solidFill>
                  <a:srgbClr val="CADCFC"/>
                </a:solidFill>
                <a:latin typeface="Meiryo" pitchFamily="34" charset="0"/>
                <a:ea typeface="Meiryo" pitchFamily="34" charset="-122"/>
                <a:cs typeface="Meiryo" pitchFamily="34" charset="-120"/>
              </a:rPr>
              <a:t>提案の狙い　</a:t>
            </a:r>
            <a:pPr indent="0" marL="0">
              <a:buNone/>
            </a:pPr>
            <a:r>
              <a:rPr lang="en-US" sz="1000" dirty="0">
                <a:solidFill>
                  <a:srgbClr val="C9D8ED"/>
                </a:solidFill>
                <a:latin typeface="Meiryo" pitchFamily="34" charset="0"/>
                <a:ea typeface="Meiryo" pitchFamily="34" charset="-122"/>
                <a:cs typeface="Meiryo" pitchFamily="34" charset="-120"/>
              </a:rPr>
              <a:t>Instagram運用の立ち上げとSNS集客の完全外注・自動化／ホットペッパー・紹介依存からの脱却と自前の集客導線構築／サロン移転・2名体制拡大に向けた体制強化</a:t>
            </a:r>
            <a:endParaRPr lang="en-US" sz="1000" dirty="0"/>
          </a:p>
        </p:txBody>
      </p:sp>
      <p:sp>
        <p:nvSpPr>
          <p:cNvPr id="10" name="Text 8"/>
          <p:cNvSpPr/>
          <p:nvPr/>
        </p:nvSpPr>
        <p:spPr>
          <a:xfrm>
            <a:off x="822960" y="5596128"/>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営業支援ユニット・在宅チーム（Sales Platform・Crowd Members／ママワークス連携）</a:t>
            </a:r>
            <a:endParaRPr lang="en-US" sz="1100" dirty="0"/>
          </a:p>
        </p:txBody>
      </p:sp>
      <p:sp>
        <p:nvSpPr>
          <p:cNvPr id="11" name="Text 9"/>
          <p:cNvSpPr/>
          <p:nvPr/>
        </p:nvSpPr>
        <p:spPr>
          <a:xfrm>
            <a:off x="822960" y="6089904"/>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同業サロン運営企業が集客を仕組み化。自社工数をかけず新規顧客を安定獲得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株式会社3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美容サロン・サロン経営・各種店舗サポート（プロモーション・店舗集客支援）。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96316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96316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SNS運用・新規集客のノウハウ・リソース不足</a:t>
            </a:r>
            <a:endParaRPr lang="en-US" sz="950" dirty="0"/>
          </a:p>
        </p:txBody>
      </p:sp>
      <p:sp>
        <p:nvSpPr>
          <p:cNvPr id="13" name="Shape 11"/>
          <p:cNvSpPr/>
          <p:nvPr/>
        </p:nvSpPr>
        <p:spPr>
          <a:xfrm>
            <a:off x="585216" y="4553712"/>
            <a:ext cx="313690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13690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特定ポータルサイト・紹介頼みの集客からの脱却</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自社単体での集客や営業活動に限界を感じ導入。プロのアプローチチーム・在宅ワーカーと連携し、質の高い新規アプローチおよび顧客開拓を自動化・仕組み化した。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アイドマ・ホールディングスの営業・業務支援（Sales Platform / Crowd Members等）を活用し、新規アプローチおよび集客プロモーションを仕組み化。自社の工数をかけずに新規顧客の安定的な獲得と問い合わせ数の向上を達成した。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株式会社Rianne様が年明けのサロン移転やスタッフ増員に向けて、Instagram等のSNS集客・新規開拓アプローチを自動化し、ホットペッパーや紹介だけに頼らない「自前の集客・営業基盤」を完成させるための決定的な同業・直結事例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「全てを自社で抱え込もうとせず、外部のプロや仕組みを活用して自社が注力すべきコア業務に専念することが、短期間で成果を出し成長を加速させる鍵となります。」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https://www.aidma-hd.jp/case/zirei-346/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株式会社Rianne様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SNS運用を在宅チームで完全自走化。手間ゼロで集客・認知拡大体制を確立</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主治医のような社会保険労務士法人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士業・コンサルティング、各種プロモーション支援。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96214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96214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Instagram・Facebook・X等のSNS運用やWebプロモをやりたい</a:t>
            </a:r>
            <a:endParaRPr lang="en-US" sz="950" dirty="0"/>
          </a:p>
        </p:txBody>
      </p:sp>
      <p:sp>
        <p:nvSpPr>
          <p:cNvPr id="13" name="Shape 11"/>
          <p:cNvSpPr/>
          <p:nvPr/>
        </p:nvSpPr>
        <p:spPr>
          <a:xfrm>
            <a:off x="585216" y="4553712"/>
            <a:ext cx="313690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13690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人的リソース・ノウハウ不足で未着手・手付かず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SNS運用の重要性を認識しつつも自社リソースの限界を感じ導入。プロの在宅ワーカーチームを組織化し、チャットや定期ミーティングで方向性を共有。在宅チームだけで自律的にInstagram等のSNS運用が完結す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Crowd Members（ママワークス）を活用し、専門スキルを持つ在宅ワーカーチームを構築。SNS運用（投稿作成・デザイン・ライティング等）が完全に自走化（自動化）され、自社に手間を一切かけずに集客・認知拡大体制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Rianne様が最も強化したい「Instagram運用の立ち上げとSNS集客の完全外注・自動化」における最高の決定的なモデル事例です。サロン施術や移転準備・ライバー管理で多忙な中でも、専門の在宅チーム（デザイナー・ライター等）にInstagram運用を任せることで、自社の手間ゼロでサロンやライバー事務所のファン・来店予約を増やすことが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「迷っているなら始めたほうがいいと思います。やりたいと願ってはいても時間やスキルの限界で手を付けられなかったことを実現可能にする人材がそろっています。」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https://www.aidma-hd.jp/case/zirei-284/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株式会社Rianne様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在宅ワーカーで自社Web・SNS集客導線を構築。問い合わせ・集客数が劇的に増加</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一般社団法人日本相続知財センター札幌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専門情報サービス・Webプロモーション・集客支援。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435305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435305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Web・SNS集客の重要性を痛感も社内に知識・ノウハウ・専門人員なし</a:t>
            </a:r>
            <a:endParaRPr lang="en-US" sz="950" dirty="0"/>
          </a:p>
        </p:txBody>
      </p:sp>
      <p:sp>
        <p:nvSpPr>
          <p:cNvPr id="13" name="Shape 11"/>
          <p:cNvSpPr/>
          <p:nvPr/>
        </p:nvSpPr>
        <p:spPr>
          <a:xfrm>
            <a:off x="585216" y="4553712"/>
            <a:ext cx="235508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35508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紹介・限定的な集客チャネルに依存</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Web集客戦略を強化するため導入。外部の優秀なフリーランス・在宅ワーカーを自社の手足として一気に稼働させ、SNS運用や集客プロモーションを低コストかつ高クオリティで推進した。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ママワークスで専門スキルを持つ在宅ワーカー（Webデザイナー、SNSマーケター等）と連携し、自社Web・SNS集客導線を構築。問い合わせ・集客数が劇的に増加し、紹介頼みからの脱却に成功した。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ホットペッパーや知人紹介のみに頼る状態から脱却し、SNSや自社Webから直接予約・問い合わせが入る「自前の集客導線」を低リスクで構築するための手本となります。ホットペッパーの掲載料に依存しない集客の柱を作ることが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「在宅ワーカーをうまく導入できれば、自分の時間を本来力を注ぐべき部分（店舗経営・サロン運営等）に持っていけるようになります。前向きに考えていただきたい仕組みです。」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https://www.aidma-hd.jp/case/zirei-278/</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株式会社Rianne様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日常のSNS運用を在宅チームへ外注化。社内負担を増やさずプロモを活性化</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株式会社柏野経営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各種コンサルティング、バックオフィス・マーケティング支援。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22478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少人数体制で現場業務に追われる</a:t>
            </a:r>
            <a:endParaRPr lang="en-US" sz="950" dirty="0"/>
          </a:p>
        </p:txBody>
      </p:sp>
      <p:sp>
        <p:nvSpPr>
          <p:cNvPr id="13" name="Shape 11"/>
          <p:cNvSpPr/>
          <p:nvPr/>
        </p:nvSpPr>
        <p:spPr>
          <a:xfrm>
            <a:off x="585216" y="4553712"/>
            <a:ext cx="387527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87527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Instagram等のSNS運用・新規開拓・プロモ業務に手が回らず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リソース不足を解決するため導入。プロの在宅ワーカーを活用することで、日常的なSNS発信やプロモーションを外注化し、自社スタッフは質の高いつなぎ込みとサロン・コア業務に集中できる環境を整えた。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ママワークスを活用してSNS運用やWebサポートを担当する在宅ワーカーチームを構築。社内の負担を増やすことなくプロモーションを活性化させ、生産性向上を達成した。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Rianne様が「年明けのサロン移転」や「スタッフ採用（2名雇用）」へ向けて準備を進める中で、Instagram運用や日常の集客実務を在宅チームへ任せ、オーナー様自身はサロン移転の準備・採用・接客・ライバー育成などのコア業務に100%集中できる組織基盤の作り方を示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「社内の限られた人数だけで全てを抱え込むのではなく、外部の仕組みを活用して得意な人に任せることで、自社が本当に注力すべき業務に集中できるようになります。」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https://www.aidma-hd.jp/case/zirei-201/</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株式会社Rianne様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一人経営の限界を突破。集客アプローチを自動化しアポ33件・成約率約30%を達成</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株式会社ELU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デザイン、SNS広告運用、Webプロモーション、サロン・事業ブランディング。</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6720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オーナー・代表一人の人脈・紹介頼みで集客・営業</a:t>
            </a:r>
            <a:endParaRPr lang="en-US" sz="950" dirty="0"/>
          </a:p>
        </p:txBody>
      </p:sp>
      <p:sp>
        <p:nvSpPr>
          <p:cNvPr id="13" name="Shape 11"/>
          <p:cNvSpPr/>
          <p:nvPr/>
        </p:nvSpPr>
        <p:spPr>
          <a:xfrm>
            <a:off x="585216" y="4553712"/>
            <a:ext cx="404901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04901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マンパワーの限界で新規集客の仕組みがなく事業拡大が伸び悩み</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一人経営による限界を突破するため導入。集客・プロモーションのアプローチ前半を自動化・仕組み化し、質の高い問い合わせや商談のみに集中する体制を構築した。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アイドマの支援（Sales Platform等）を活用し、アプローチ・プロモーションを自動化。アポイント33件を獲得し、成約率約30％（5件の新規大型受注決定）という非常に高い成果を達成。</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美容サロンやライバー配信事務所という魅力的なサービスを持ちながら「集客の動きができていない」状態を脱し、集客アプローチを自動化して移転後のサロン予約やライバー所属希望者を爆発的に増やすためのモデルケース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「正直、タイミングだと思ったら使ってみるのが一番だと思います。そのタイミングだと感じたなら、アイドマさんはおすすめできます。」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株式会社Rianne様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まとめ ─ 美容サロン・集客：Instagram未運用/紹介依存 → SNS集客の自動化・在宅チーム化（Before → After）</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株式会社3</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美容サロン経営・店舗集客支援</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SNS運用・新規集客のノウハウ・リソース不足／ポータル・紹介頼みの集客</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Platform／Crowd Members（新規アプローチ・集客プロモを仕組み化）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自社工数をかけず新規顧客の安定獲得と問い合わせ数の向上を達成</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主治医のような社会保険労務士法人</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士業・コンサル／プロモ支援</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SNS運用・Webプロモをやりたいが人的リソース・ノウハウ不足で手付かず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Crowd Members（ママワークス）（専門スキルの在宅ワーカーチームを構築）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SNS運用が完全自走化、手間ゼロで集客・認知拡大体制を確立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一般社団法人日本相続知財センター札幌</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専門情報サービス・Web/SNS集客支援</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Web・SNS集客の重要性を痛感も社内に知識・人員なし／紹介・限定チャネルに依存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ママワークス（Webデザイナー・SNSマーケター等と連携）</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自社Web・SNS集客導線を構築、問い合わせ・集客数が劇的増加し紹介頼みから脱却</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株式会社柏野経営</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コンサル／バックオフィス・マーケ支援</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少人数で現場業務に追われSNS運用・新規開拓・プロモに手が回らず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ママワークス（SNS運用・Webサポートの在宅チームを構築）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社内負担を増やさずプロモを活性化、生産性向上を達成</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株式会社ELU</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デザイン・SNS広告運用・ブランディング</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オーナー一人の人脈・紹介頼みで新規集客の仕組みなし／事業拡大が伸び悩み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Platform（アプローチ・プロモを自動化）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アポ33件を獲得、成約率約30%で新規大型受注5件を達成</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00" b="1" dirty="0">
                <a:solidFill>
                  <a:srgbClr val="16407A"/>
                </a:solidFill>
                <a:latin typeface="Meiryo" pitchFamily="34" charset="0"/>
                <a:ea typeface="Meiryo" pitchFamily="34" charset="-122"/>
                <a:cs typeface="Meiryo" pitchFamily="34" charset="-120"/>
              </a:rPr>
              <a:t>サロン施術や移転準備・ライバー管理で多忙でも、自社の稼働を割かずに在宅チーム・営業支援ユニットでInstagram運用と集客を自動化。ホットペッパーや紹介に依存しない自前の集客導線を作り、移転・2名体制への拡大を支える実績です。</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2026-10-25T06:12:45Z</dcterms:created>
  <dcterms:modified xsi:type="dcterms:W3CDTF">2026-10-25T06:12:45Z</dcterms:modified>
</cp:coreProperties>
</file>